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  <a:srgbClr val="13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1C9A2-318C-4EB7-841F-88BDC41329AD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E032D0-6846-4810-B774-07F45CE59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45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E032D0-6846-4810-B774-07F45CE5925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519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400">
                <a:solidFill>
                  <a:srgbClr val="38BDF8"/>
                </a:solidFill>
              </a:defRPr>
            </a:pPr>
            <a:r>
              <a:t>Ambica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defRPr sz="2200">
                <a:solidFill>
                  <a:srgbClr val="F8FAFC"/>
                </a:solidFill>
              </a:defRPr>
            </a:pPr>
            <a:r>
              <a:rPr dirty="0"/>
              <a:t>A Premium Musical Instruments E-Commerce Platform</a:t>
            </a:r>
          </a:p>
          <a:p>
            <a:pPr algn="ctr">
              <a:defRPr sz="2200">
                <a:solidFill>
                  <a:srgbClr val="F8FAFC"/>
                </a:solidFill>
              </a:defRPr>
            </a:pPr>
            <a:endParaRPr dirty="0"/>
          </a:p>
          <a:p>
            <a:pPr algn="ctr">
              <a:defRPr sz="2200">
                <a:solidFill>
                  <a:srgbClr val="F8FAFC"/>
                </a:solidFill>
              </a:defRPr>
            </a:pPr>
            <a:r>
              <a:rPr dirty="0"/>
              <a:t>DEVELOPED BY:</a:t>
            </a:r>
          </a:p>
          <a:p>
            <a:pPr algn="ctr">
              <a:defRPr sz="2200">
                <a:solidFill>
                  <a:srgbClr val="F8FAFC"/>
                </a:solidFill>
              </a:defRPr>
            </a:pPr>
            <a:r>
              <a:rPr dirty="0"/>
              <a:t>Karina </a:t>
            </a:r>
            <a:r>
              <a:rPr lang="en-US" dirty="0"/>
              <a:t>Rathod</a:t>
            </a:r>
            <a:r>
              <a:rPr dirty="0"/>
              <a:t> - </a:t>
            </a:r>
            <a:r>
              <a:rPr lang="en-US" dirty="0"/>
              <a:t>3247</a:t>
            </a:r>
            <a:endParaRPr dirty="0"/>
          </a:p>
          <a:p>
            <a:pPr algn="ctr">
              <a:defRPr sz="2200">
                <a:solidFill>
                  <a:srgbClr val="F8FAFC"/>
                </a:solidFill>
              </a:defRPr>
            </a:pPr>
            <a:r>
              <a:rPr dirty="0"/>
              <a:t>Raj </a:t>
            </a:r>
            <a:r>
              <a:rPr lang="en-US" dirty="0"/>
              <a:t>Patel</a:t>
            </a:r>
            <a:r>
              <a:rPr dirty="0"/>
              <a:t> - </a:t>
            </a:r>
            <a:r>
              <a:rPr lang="en-US" dirty="0"/>
              <a:t>3291</a:t>
            </a:r>
            <a:endParaRPr dirty="0"/>
          </a:p>
          <a:p>
            <a:pPr algn="ctr">
              <a:defRPr sz="2200">
                <a:solidFill>
                  <a:srgbClr val="F8FAFC"/>
                </a:solidFill>
              </a:defRPr>
            </a:pPr>
            <a:r>
              <a:rPr dirty="0"/>
              <a:t>Yug </a:t>
            </a:r>
            <a:r>
              <a:rPr lang="en-US" dirty="0" err="1"/>
              <a:t>Dabgar</a:t>
            </a:r>
            <a:r>
              <a:rPr dirty="0"/>
              <a:t> - </a:t>
            </a:r>
            <a:r>
              <a:rPr lang="en-US" dirty="0"/>
              <a:t>3296</a:t>
            </a:r>
            <a:endParaRPr dirty="0"/>
          </a:p>
        </p:txBody>
      </p:sp>
      <p:pic>
        <p:nvPicPr>
          <p:cNvPr id="4" name="Picture 3" descr="tabla_hero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8BDF8"/>
                </a:solidFill>
              </a:defRPr>
            </a:pPr>
            <a:r>
              <a:t>Academic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8FAFC"/>
                </a:solidFill>
              </a:defRPr>
            </a:pPr>
            <a:r>
              <a:rPr dirty="0"/>
              <a:t>Program: B.Sc. / M.Sc. (CA &amp; IT)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dirty="0"/>
              <a:t>Semester: 6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endParaRPr dirty="0"/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dirty="0"/>
              <a:t>Institution: K. S. School of Business Management &amp; IT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dirty="0"/>
              <a:t>University: Gujarat University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endParaRPr dirty="0"/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dirty="0"/>
              <a:t>Internship Organization: </a:t>
            </a:r>
            <a:r>
              <a:rPr lang="en-US" dirty="0"/>
              <a:t>Ambica </a:t>
            </a:r>
            <a:r>
              <a:rPr lang="en-US" dirty="0" err="1"/>
              <a:t>Tabla</a:t>
            </a:r>
            <a:r>
              <a:rPr lang="en-US" dirty="0"/>
              <a:t> Store</a:t>
            </a:r>
            <a:endParaRPr dirty="0"/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dirty="0"/>
              <a:t>Guide / Mentor Name: </a:t>
            </a:r>
            <a:r>
              <a:rPr lang="en-US" dirty="0"/>
              <a:t>Dipak V </a:t>
            </a:r>
            <a:r>
              <a:rPr lang="en-US" dirty="0" err="1"/>
              <a:t>Dabgar</a:t>
            </a:r>
            <a:endParaRPr dirty="0"/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dirty="0"/>
              <a:t>Group ID: </a:t>
            </a:r>
            <a:r>
              <a:rPr lang="en-US" dirty="0"/>
              <a:t>05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1. Introduction to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600">
                <a:solidFill>
                  <a:srgbClr val="F8FAFC"/>
                </a:solidFill>
              </a:defRPr>
            </a:pPr>
            <a:r>
              <a:t>Internship Overview: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Explored comprehensive full-stack web development.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Hands-on experience building a modern e-commerce application.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Domain: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Software Development (Full Stack Web Architecture)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Training Duration: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120 Hours of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2. Project Overview (Ambica Store)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772400" cy="0"/>
          </a:xfrm>
        </p:spPr>
        <p:txBody>
          <a:bodyPr wrap="square">
            <a:normAutofit fontScale="25000" lnSpcReduction="20000"/>
          </a:bodyPr>
          <a:lstStyle/>
          <a:p>
            <a:pPr>
              <a:defRPr sz="2600">
                <a:solidFill>
                  <a:srgbClr val="F8FAFC"/>
                </a:solidFill>
              </a:defRPr>
            </a:pPr>
            <a:endParaRPr dirty="0"/>
          </a:p>
        </p:txBody>
      </p:sp>
      <p:pic>
        <p:nvPicPr>
          <p:cNvPr id="4" name="Picture 3" descr="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011680"/>
            <a:ext cx="3017520" cy="3023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600FB2-934D-BAAE-0EA1-A5E857E98C1D}"/>
              </a:ext>
            </a:extLst>
          </p:cNvPr>
          <p:cNvSpPr txBox="1"/>
          <p:nvPr/>
        </p:nvSpPr>
        <p:spPr>
          <a:xfrm>
            <a:off x="909483" y="2119132"/>
            <a:ext cx="73299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Project Philosophy: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Premium storefront for handcrafted musical instruments.</a:t>
            </a: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Core Objectives: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Centralize inventory securely.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Algorithmic pricing for 'Low' to 'Premium' tiers.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Interactive Amazon-like shopping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3. Target Audience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600">
                <a:solidFill>
                  <a:srgbClr val="F8FAFC"/>
                </a:solidFill>
              </a:defRPr>
            </a:pPr>
            <a:r>
              <a:t>Target Users (Customers):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Professional Musicians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Music Enthusiasts and Collecters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Music Schools and Students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Store Staff &amp; Administrators: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Easy-to-use digital dashboard allowing complete command over product availability.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4. Key Features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772400" cy="0"/>
          </a:xfrm>
        </p:spPr>
        <p:txBody>
          <a:bodyPr wrap="square">
            <a:normAutofit fontScale="25000" lnSpcReduction="20000"/>
          </a:bodyPr>
          <a:lstStyle/>
          <a:p>
            <a:pPr>
              <a:defRPr sz="2600">
                <a:solidFill>
                  <a:srgbClr val="F8FAFC"/>
                </a:solidFill>
              </a:defRPr>
            </a:pPr>
            <a:endParaRPr dirty="0"/>
          </a:p>
        </p:txBody>
      </p:sp>
      <p:pic>
        <p:nvPicPr>
          <p:cNvPr id="4" name="Picture 3" descr="Traditional instr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73161"/>
            <a:ext cx="3840480" cy="2802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54CAA8-3789-D419-F1B6-E021EC1CD416}"/>
              </a:ext>
            </a:extLst>
          </p:cNvPr>
          <p:cNvSpPr txBox="1"/>
          <p:nvPr/>
        </p:nvSpPr>
        <p:spPr>
          <a:xfrm>
            <a:off x="909483" y="2165298"/>
            <a:ext cx="723162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Secure Client Authentication System.</a:t>
            </a: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Advanced Product Catalog functionality.</a:t>
            </a: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Dynamic Image Swapping for color variations.</a:t>
            </a: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Auto-calculating Secure Cart details.</a:t>
            </a: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Complete Admin Dashboard for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5. Special Innovation: Dynamic 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772400" cy="0"/>
          </a:xfrm>
        </p:spPr>
        <p:txBody>
          <a:bodyPr wrap="square">
            <a:normAutofit fontScale="25000" lnSpcReduction="20000"/>
          </a:bodyPr>
          <a:lstStyle/>
          <a:p>
            <a:pPr>
              <a:defRPr sz="2600">
                <a:solidFill>
                  <a:srgbClr val="F8FAFC"/>
                </a:solidFill>
              </a:defRPr>
            </a:pPr>
            <a:endParaRPr dirty="0"/>
          </a:p>
        </p:txBody>
      </p:sp>
      <p:pic>
        <p:nvPicPr>
          <p:cNvPr id="4" name="Picture 3" descr="Black woo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645920"/>
            <a:ext cx="1280160" cy="1280160"/>
          </a:xfrm>
          <a:prstGeom prst="rect">
            <a:avLst/>
          </a:prstGeom>
        </p:spPr>
      </p:pic>
      <p:pic>
        <p:nvPicPr>
          <p:cNvPr id="5" name="Picture 4" descr="Brown Woo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108960"/>
            <a:ext cx="1280160" cy="1280160"/>
          </a:xfrm>
          <a:prstGeom prst="rect">
            <a:avLst/>
          </a:prstGeom>
        </p:spPr>
      </p:pic>
      <p:pic>
        <p:nvPicPr>
          <p:cNvPr id="6" name="Picture 5" descr="Cream woo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4572000"/>
            <a:ext cx="1280160" cy="1280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C7E325-9B98-2D04-15EB-E0D35E7DF33A}"/>
              </a:ext>
            </a:extLst>
          </p:cNvPr>
          <p:cNvSpPr txBox="1"/>
          <p:nvPr/>
        </p:nvSpPr>
        <p:spPr>
          <a:xfrm>
            <a:off x="835742" y="1949855"/>
            <a:ext cx="73053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The Problem: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Customers couldn't visualize instrument colors accurately.</a:t>
            </a: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US" dirty="0"/>
              <a:t>The Solution: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Removed CSS &amp; integrated JS Source Swapping.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Multiple colors and Range are available.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US" dirty="0"/>
              <a:t>Increases UI trust deeply.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6. Scope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600">
                <a:solidFill>
                  <a:srgbClr val="F8FAFC"/>
                </a:solidFill>
              </a:defRPr>
            </a:pPr>
            <a:r>
              <a:t>Current Project Scope: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Complete localized product purchasing cycle.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Digital warranty and returns tracking setup.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Limitations: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Payment mechanisms are restricted to manual local QR processing.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t>Third-party Logistics APIs (Delivery Tracking) are not integrated.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7. 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600">
                <a:solidFill>
                  <a:srgbClr val="F8FAFC"/>
                </a:solidFill>
              </a:defRPr>
            </a:pPr>
            <a:r>
              <a:t>Model: Iterative Agile Methodology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Phase 1: Conceptual Architecture &amp; UI Prototyping.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Phase 2: Database blueprinting &amp; SQLite initial bridging.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Phase 3: Sprints covering modular Python routing, Frontend DOM updates.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Phase 4: Transition to Databases (MySQL/PostgreSQL).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8. Frontend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600">
                <a:solidFill>
                  <a:srgbClr val="F8FAFC"/>
                </a:solidFill>
              </a:defRPr>
            </a:pPr>
            <a:r>
              <a:rPr dirty="0"/>
              <a:t>Core Standards: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/>
              <a:t>HTML5 </a:t>
            </a:r>
            <a:r>
              <a:rPr lang="en-US" dirty="0"/>
              <a:t>,</a:t>
            </a:r>
            <a:r>
              <a:rPr dirty="0"/>
              <a:t>Customized Vanilla CSS3</a:t>
            </a:r>
            <a:r>
              <a:rPr lang="en-US" dirty="0"/>
              <a:t> </a:t>
            </a:r>
            <a:r>
              <a:rPr lang="en-US"/>
              <a:t>&amp; jinja2 </a:t>
            </a:r>
            <a:r>
              <a:rPr lang="en-US" dirty="0"/>
              <a:t>Templating.</a:t>
            </a:r>
            <a:endParaRPr dirty="0"/>
          </a:p>
          <a:p>
            <a:pPr>
              <a:defRPr sz="2600">
                <a:solidFill>
                  <a:srgbClr val="F8FAFC"/>
                </a:solidFill>
              </a:defRPr>
            </a:pPr>
            <a:r>
              <a:rPr dirty="0"/>
              <a:t>Design Paradigm: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/>
              <a:t>Dark-mode '</a:t>
            </a:r>
            <a:r>
              <a:rPr dirty="0" err="1"/>
              <a:t>Glassmorphism</a:t>
            </a:r>
            <a:r>
              <a:rPr dirty="0"/>
              <a:t>' (Frosted glass visual effects).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/>
              <a:t>Dynamic hover animations enhancing the premium feel.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rPr dirty="0"/>
              <a:t>JavaScript Functionality: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/>
              <a:t>Real-time DOM manipulation for instantaneous Cart &amp; Display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9. Backend Development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600">
                <a:solidFill>
                  <a:srgbClr val="F8FAFC"/>
                </a:solidFill>
              </a:defRPr>
            </a:pPr>
            <a:r>
              <a:rPr dirty="0"/>
              <a:t>Core Language &amp; Framework: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/>
              <a:t>Python running on Flask Web Framework.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rPr dirty="0"/>
              <a:t>Architecture Logic: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/>
              <a:t>Modular Flask 'Blueprints' mapped into patterns.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/>
              <a:t>Robust security checkpoints.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rPr dirty="0"/>
              <a:t>Security Mechanisms:</a:t>
            </a:r>
          </a:p>
          <a:p>
            <a:pPr lvl="1">
              <a:defRPr sz="2200">
                <a:solidFill>
                  <a:srgbClr val="E2E8F0"/>
                </a:solidFill>
              </a:defRPr>
            </a:pPr>
            <a:r>
              <a:rPr dirty="0" err="1"/>
              <a:t>Werkzeug</a:t>
            </a:r>
            <a:r>
              <a:rPr dirty="0"/>
              <a:t> Secure Password Hashing.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10. 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772400" cy="0"/>
          </a:xfrm>
        </p:spPr>
        <p:txBody>
          <a:bodyPr wrap="square">
            <a:normAutofit fontScale="25000" lnSpcReduction="20000"/>
          </a:bodyPr>
          <a:lstStyle/>
          <a:p>
            <a:pPr>
              <a:defRPr sz="2600">
                <a:solidFill>
                  <a:srgbClr val="F8FAFC"/>
                </a:solidFill>
              </a:defRPr>
            </a:pPr>
            <a:endParaRPr dirty="0"/>
          </a:p>
        </p:txBody>
      </p:sp>
      <p:pic>
        <p:nvPicPr>
          <p:cNvPr id="4" name="Picture 3" descr="Bansu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81" y="2011680"/>
            <a:ext cx="3206299" cy="2998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9C146-365A-D52F-E52C-A5DB2AE1DFF5}"/>
              </a:ext>
            </a:extLst>
          </p:cNvPr>
          <p:cNvSpPr txBox="1"/>
          <p:nvPr/>
        </p:nvSpPr>
        <p:spPr>
          <a:xfrm>
            <a:off x="747253" y="2288409"/>
            <a:ext cx="71873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IN" dirty="0"/>
              <a:t>Engine Setup: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IN" dirty="0"/>
              <a:t>Local Development over MySQL.</a:t>
            </a: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F8FAFC"/>
                </a:solidFill>
              </a:defRPr>
            </a:pPr>
            <a:r>
              <a:rPr lang="en-IN" dirty="0"/>
              <a:t>Entity Framework (</a:t>
            </a:r>
            <a:r>
              <a:rPr lang="en-IN" dirty="0" err="1"/>
              <a:t>SQLAlchemy</a:t>
            </a:r>
            <a:r>
              <a:rPr lang="en-IN" dirty="0"/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IN" dirty="0"/>
              <a:t>Product Tables (distinct tiers &amp; visual variants)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IN" dirty="0"/>
              <a:t>User Tables (Customer vs Admin logic).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E2E8F0"/>
                </a:solidFill>
              </a:defRPr>
            </a:pPr>
            <a:r>
              <a:rPr lang="en-IN" dirty="0"/>
              <a:t>Logging functionality via Cart/Order levels.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38BDF8"/>
                </a:solidFill>
              </a:defRPr>
            </a:pPr>
            <a:r>
              <a:t>11.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600">
                <a:solidFill>
                  <a:srgbClr val="F8FAFC"/>
                </a:solidFill>
              </a:defRPr>
            </a:pPr>
            <a:r>
              <a:t>The Ambica Store platform successfully digitizes organic instrument trading via secure, scalable code.</a:t>
            </a:r>
          </a:p>
          <a:p>
            <a:pPr>
              <a:defRPr sz="2600">
                <a:solidFill>
                  <a:srgbClr val="F8FAFC"/>
                </a:solidFill>
              </a:defRPr>
            </a:pPr>
            <a:r>
              <a:t>Through Agile structuring, the application grew into a modular, feature-rich E-Commerce suite.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9FF1-0F19-C934-CB92-0F20A7FDF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                   </a:t>
            </a:r>
            <a:r>
              <a:rPr lang="en-US" sz="7200" dirty="0">
                <a:solidFill>
                  <a:srgbClr val="00B0F0"/>
                </a:solidFill>
              </a:rPr>
              <a:t>Thank You. </a:t>
            </a:r>
            <a:endParaRPr lang="en-IN" sz="720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9C955-003C-6B40-8B55-D942E2785A68}"/>
              </a:ext>
            </a:extLst>
          </p:cNvPr>
          <p:cNvSpPr txBox="1"/>
          <p:nvPr/>
        </p:nvSpPr>
        <p:spPr>
          <a:xfrm>
            <a:off x="6565489" y="3521792"/>
            <a:ext cx="384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Ambica Store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Karina | Raj | Yug.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731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544</Words>
  <Application>Microsoft Office PowerPoint</Application>
  <PresentationFormat>Widescreen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Ambica Store</vt:lpstr>
      <vt:lpstr>Academic Details</vt:lpstr>
      <vt:lpstr>1. Introduction to Internship</vt:lpstr>
      <vt:lpstr>2. Project Overview (Ambica Store)</vt:lpstr>
      <vt:lpstr>3. Target Audience &amp; Business Value</vt:lpstr>
      <vt:lpstr>4. Key Features Delivered</vt:lpstr>
      <vt:lpstr>5. Special Innovation: Dynamic Variants</vt:lpstr>
      <vt:lpstr>6. Scope &amp; Limitations</vt:lpstr>
      <vt:lpstr>7. Development Methodology</vt:lpstr>
      <vt:lpstr>8. Frontend Technology Stack</vt:lpstr>
      <vt:lpstr>9. Backend Development Stack</vt:lpstr>
      <vt:lpstr>10. Database Architecture</vt:lpstr>
      <vt:lpstr>11. Conclusion</vt:lpstr>
      <vt:lpstr>                        Thank You.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</dc:creator>
  <cp:keywords/>
  <dc:description>generated using python-pptx</dc:description>
  <cp:lastModifiedBy>rajpatel635470@outlook.com</cp:lastModifiedBy>
  <cp:revision>8</cp:revision>
  <dcterms:created xsi:type="dcterms:W3CDTF">2013-01-27T09:14:16Z</dcterms:created>
  <dcterms:modified xsi:type="dcterms:W3CDTF">2026-04-24T07:19:29Z</dcterms:modified>
  <cp:category/>
</cp:coreProperties>
</file>